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5380"/>
            <a:ext cx="10868745" cy="129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🍽</a:t>
            </a:r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Weekly Meal Planner &amp; Grocery Generator </a:t>
            </a:r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🛒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56682" y="248463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beginner-friendly Java console application built on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CO1, CO2 &amp; CO3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fundamentals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4690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5350" y="3332163"/>
            <a:ext cx="5476043" cy="2710359"/>
          </a:xfrm>
          <a:prstGeom prst="roundRect">
            <a:avLst>
              <a:gd name="adj" fmla="val 5021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3521174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Members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14357" y="4020245"/>
            <a:ext cx="5098029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Tharun Karthik — 2620030494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Sai Sravan — 2620090089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Saketh Reddy — 2620090009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521174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About This Project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332776" y="4020245"/>
            <a:ext cx="5203794" cy="185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Smart meal planning and budget management application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Based on: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CO1 (Variables &amp; Operators), CO2 (Selection &amp; Loops), CO3 (Methods &amp; Arrays)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 — Console Application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633"/>
            <a:ext cx="1748488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11287"/>
            <a:ext cx="21312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7377"/>
            <a:ext cx="10868745" cy="64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Features at a Glance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46461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5551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Beautiful Console UI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1475" y="297864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borders, emojis, and formatted tables for a visually impressive terminal experience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46461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25551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7-Day Meal Plan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363135" y="297864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meals per day (breakfast, lunch, dinner) stored and managed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2D arrays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46461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25551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Grocery List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064794" y="297864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based on food preferences — Veg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🥗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NonVeg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🍗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Mixed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🍱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63926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972645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Budget Tracking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661475" y="539611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calculation, progress bar visualization, and remaining budget classification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263926"/>
            <a:ext cx="472468" cy="472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63135" y="4972645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Function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4363135" y="539611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items in grocery list by name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linear search algorithm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2847"/>
            <a:ext cx="907234" cy="147935"/>
          </a:xfrm>
          <a:prstGeom prst="roundRect">
            <a:avLst>
              <a:gd name="adj" fmla="val 22136"/>
            </a:avLst>
          </a:prstGeom>
          <a:noFill/>
          <a:ln w="6350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9913" y="582017"/>
            <a:ext cx="1399942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— PART 1 OF 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20824"/>
            <a:ext cx="10868745" cy="32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Complete Java Code — Core 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1475" y="1122263"/>
            <a:ext cx="10868745" cy="5182791"/>
          </a:xfrm>
          <a:prstGeom prst="roundRect">
            <a:avLst>
              <a:gd name="adj" fmla="val 79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78352" y="1219696"/>
            <a:ext cx="10634992" cy="4987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MealPlannerApp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CO1 - Variables and Data Types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String userName = "";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int familyMembers = 0;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double weeklyBudget = 0.0;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int foodPreference = 0; // 1=Veg, 2=NonVeg, 3=Mixed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CO3 - 2D Array for Meal Plan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String[][] mealPlan = new String[7][3];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CO3 - 1D Arrays for Grocery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String[] groceryItems = {"Rice","Dal","Vegetables",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"Milk","Eggs","Bread","Oil","Salt","Spices","Paneer"};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double[] quantities = {5,2,5,7,12,2,1,0.5,0.5,1};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double[] prices = {300,240,500,420,100,100,150,50,100,200};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double totalGroceryCost = 0.0;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Scanner scanner = new Scanner(System.in);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static void main(String[] args)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showWelcomeScreen();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CO2 - do-while Loop for Main Menu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displayMenu();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while (true);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CO3 - Method: Display Main Menu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void displayMenu()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System.out.println("╔══════════════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455"/>
            <a:ext cx="1399346" cy="224334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0075" y="608707"/>
            <a:ext cx="1831731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— PART 2 OF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4926"/>
            <a:ext cx="10868745" cy="503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Complete Java Code — User Profile &amp; Meal Plan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661475" y="1511498"/>
            <a:ext cx="10868745" cy="4781947"/>
          </a:xfrm>
          <a:prstGeom prst="roundRect">
            <a:avLst>
              <a:gd name="adj" fmla="val 129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38675" y="1659136"/>
            <a:ext cx="10514345" cy="448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CO3 - Method: Enter User Details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enterUserDetails() {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 Enter your name: ");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= scanner.nextLine();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 Number of family members: ");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familyMembers = scanner.nextInt();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 Weekly grocery budget (₹): ");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weeklyBudget = scanner.nextDouble();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scanner.nextLine();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selectFoodPreference();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CO2 - if-else for Preference Display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displayUserProfile() {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prefText = "";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if(foodPreference == 1) prefText = "Vegetarian";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if(foodPreference == 2) prefText = "Non-Vegetarian";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prefText = "Mixed";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30288"/>
            <a:ext cx="179204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886942"/>
            <a:ext cx="21748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— PART 3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93032"/>
            <a:ext cx="10868745" cy="126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Complete Java Code — Grocery, Search &amp; Budget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1475" y="3742333"/>
            <a:ext cx="10868745" cy="128528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3931345"/>
            <a:ext cx="104151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CO3 - Method: Linear Search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searchGroceryItem()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92424"/>
            <a:ext cx="1511857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49078"/>
            <a:ext cx="18946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OUTPUT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55168"/>
            <a:ext cx="10868745" cy="64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Sample Output &amp; Features Demo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3176389"/>
            <a:ext cx="10868745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Weekly Grocery List Output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61475" y="3782616"/>
            <a:ext cx="10868745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3971627"/>
            <a:ext cx="104151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╔════════════════════════════════════════════╗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439"/>
            <a:ext cx="1589445" cy="260152"/>
          </a:xfrm>
          <a:prstGeom prst="roundRect">
            <a:avLst>
              <a:gd name="adj" fmla="val 22124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79735"/>
            <a:ext cx="1993652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SYLLABUS MAPPING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0602"/>
            <a:ext cx="10868745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CO1, CO2, CO3 Concepts Covered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64494"/>
            <a:ext cx="3519399" cy="4665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1772" y="2352576"/>
            <a:ext cx="313880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CO1 — Variables &amp; Operators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51772" y="2726630"/>
            <a:ext cx="3138806" cy="2552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Types: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(userName),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(familyMembers, choice),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(budget, prices),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(found)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Arithmetic: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+, -, *, /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cost calculation and budget analysis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==, &lt;, &gt;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budget classification and search matching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=, +=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accumulating totals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6049" y="1664494"/>
            <a:ext cx="3519499" cy="4665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345" y="2352576"/>
            <a:ext cx="3138905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CO2 — Selection &amp; Loops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26345" y="2726630"/>
            <a:ext cx="3138905" cy="341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if-else: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Search result display (found / not found)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if-else-if: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Budget classification (LOW / MEDIUM / HIGH)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switch-case: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9-option main menu dispatcher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 loop: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Array traversal for grocery list and cost calculation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Nested for: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2D array population and meal plan display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do-while: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Continuous main menu loop;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exit search early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721" y="1664494"/>
            <a:ext cx="3519499" cy="46650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01018" y="2352576"/>
            <a:ext cx="3138905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CO3 — Methods &amp; Arrays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01018" y="2726630"/>
            <a:ext cx="3138905" cy="2539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13 static void methods — modular, readable, reusable design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1D Arrays: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groceryItems[]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quantities[]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prices[]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2D Array: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mealPlan[7][3]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rows = days, columns = meals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Linear Search: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Loop + compare +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searchGroceryItem()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5055"/>
            <a:ext cx="461157" cy="201811"/>
          </a:xfrm>
          <a:prstGeom prst="roundRect">
            <a:avLst>
              <a:gd name="adj" fmla="val 2212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1146" y="794841"/>
            <a:ext cx="911401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94172"/>
            <a:ext cx="10868745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Team Roles &amp; Presentation Plan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567817" y="1694458"/>
            <a:ext cx="19050" cy="4303415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6" name="Shape 4"/>
          <p:cNvSpPr/>
          <p:nvPr/>
        </p:nvSpPr>
        <p:spPr>
          <a:xfrm>
            <a:off x="3048271" y="1834356"/>
            <a:ext cx="39865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7" name="Shape 5"/>
          <p:cNvSpPr/>
          <p:nvPr/>
        </p:nvSpPr>
        <p:spPr>
          <a:xfrm>
            <a:off x="3427872" y="1694458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2669" y="171306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1740098"/>
            <a:ext cx="2251416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🕐</a:t>
            </a:r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Welcome — 1 min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2057797"/>
            <a:ext cx="225141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intro, team intro, application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7762" y="2552799"/>
            <a:ext cx="39865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7872" y="2412901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2669" y="2431504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41793" y="2458541"/>
            <a:ext cx="2251515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Tharun Karthik — 2 min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41793" y="2776240"/>
            <a:ext cx="2251515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Profile section: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enterUserDetails()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selectFoodPreference()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displayUserProfile()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Explains: Scanner input, data types, switch statement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48271" y="3380581"/>
            <a:ext cx="39865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7872" y="3240683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2669" y="3259286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3286323"/>
            <a:ext cx="2251416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🍽</a:t>
            </a:r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Sai Sravan — 2 min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3604022"/>
            <a:ext cx="2251416" cy="9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Meal Planning section: </a:t>
            </a:r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generateMealPlan()</a:t>
            </a:r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displayMealPlan()</a:t>
            </a:r>
            <a:endParaRPr lang="en-US" sz="1000" dirty="0"/>
          </a:p>
          <a:p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Explains: 2D arrays, nested loops, if-else 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7762" y="4208463"/>
            <a:ext cx="39865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7872" y="4068564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2669" y="408716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41793" y="4114205"/>
            <a:ext cx="2251515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Saketh Reddy — 3 min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241793" y="4431903"/>
            <a:ext cx="2251515" cy="9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 &amp; Budget section: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generateGroceryList()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searchGroceryItem()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checkBudget()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Explains: 1D arrays, linear search, arithmetic, if-else-if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48271" y="4942582"/>
            <a:ext cx="398651" cy="1905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7872" y="4802684"/>
            <a:ext cx="298939" cy="298946"/>
          </a:xfrm>
          <a:prstGeom prst="roundRect">
            <a:avLst>
              <a:gd name="adj" fmla="val 186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2669" y="482128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1475" y="4848324"/>
            <a:ext cx="2251416" cy="22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❓</a:t>
            </a:r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Q&amp;A — 2 min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1475" y="5166023"/>
            <a:ext cx="225141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members handle viva questions together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23896" y="1682750"/>
            <a:ext cx="47125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Responsibility Summary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3896" y="2005806"/>
          <a:ext cx="9143771" cy="914400"/>
        </p:xfrm>
        <a:graphic>
          <a:graphicData uri="http://schemas.openxmlformats.org/drawingml/2006/table">
            <a:tbl>
              <a:tblPr/>
              <a:tblGrid>
                <a:gridCol w="2356287"/>
                <a:gridCol w="2356287"/>
              </a:tblGrid>
              <a:tr h="309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E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EBD"/>
                    </a:solidFill>
                  </a:tcPr>
                </a:tc>
              </a:tr>
              <a:tr h="312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Tharun Karthik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CO1 vars, Scanner, switch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2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Sai Sravan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CO2 loops, CO3 2D arrays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9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Saketh Reddy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CO3 1D arrays, search, budget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903" marR="13290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6823896" y="2306558"/>
            <a:ext cx="4712574" cy="83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823896" y="2618792"/>
            <a:ext cx="4712574" cy="83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823896" y="2931026"/>
            <a:ext cx="4712574" cy="83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823896" y="3366195"/>
            <a:ext cx="4712574" cy="596503"/>
          </a:xfrm>
          <a:prstGeom prst="roundRect">
            <a:avLst>
              <a:gd name="adj" fmla="val 9358"/>
            </a:avLst>
          </a:prstGeom>
          <a:solidFill>
            <a:srgbClr val="CCEEFF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747" y="3509764"/>
            <a:ext cx="166088" cy="13285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255686" y="3483372"/>
            <a:ext cx="4147935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member should be ready to explain their methods line-by-line during viva. Know your CO mappings! 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1160"/>
            <a:ext cx="884612" cy="255786"/>
          </a:xfrm>
          <a:prstGeom prst="roundRect">
            <a:avLst>
              <a:gd name="adj" fmla="val 22114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601663"/>
            <a:ext cx="129219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VIVA PREP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6874"/>
            <a:ext cx="10868745" cy="577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Key Viva Questions &amp; Answers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61475" y="1669455"/>
            <a:ext cx="5359365" cy="1268909"/>
          </a:xfrm>
          <a:prstGeom prst="roundRect">
            <a:avLst>
              <a:gd name="adj" fmla="val 557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8795" y="1856780"/>
            <a:ext cx="4984725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Q1: Why use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for budget?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8795" y="2241848"/>
            <a:ext cx="498472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store decimal values like ₹3500.50;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stores whole numbers — precision matters for money calculations.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0756" y="1669455"/>
            <a:ext cx="5359464" cy="1268909"/>
          </a:xfrm>
          <a:prstGeom prst="roundRect">
            <a:avLst>
              <a:gd name="adj" fmla="val 557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8076" y="1856780"/>
            <a:ext cx="4984824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Q2: How does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mealPlan[7][3]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work?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58076" y="2241848"/>
            <a:ext cx="498482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index = day (0–6 for Mon–Sun). Second index = meal (0=breakfast, 1=lunch, 2=dinner). Total: 21 cells.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088283"/>
            <a:ext cx="5359365" cy="1545034"/>
          </a:xfrm>
          <a:prstGeom prst="roundRect">
            <a:avLst>
              <a:gd name="adj" fmla="val 457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795" y="3275608"/>
            <a:ext cx="4984725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Q3: Explain linear search in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searchGroceryItem()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8795" y="3936802"/>
            <a:ext cx="498472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through array comparing each item name with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equalsIgnoreCase()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If match found, set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found=true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0756" y="3088283"/>
            <a:ext cx="5359464" cy="1545034"/>
          </a:xfrm>
          <a:prstGeom prst="roundRect">
            <a:avLst>
              <a:gd name="adj" fmla="val 457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8076" y="3275608"/>
            <a:ext cx="498482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Q4: Why use nested loops for meal plan?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8076" y="3641626"/>
            <a:ext cx="498482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 loop = 7 days, inner loop = 3 meals per day. Together they traverse all 21 cells of the 2D array.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783237"/>
            <a:ext cx="5359365" cy="1523504"/>
          </a:xfrm>
          <a:prstGeom prst="roundRect">
            <a:avLst>
              <a:gd name="adj" fmla="val 464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795" y="4970562"/>
            <a:ext cx="4984725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Q5: What does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if-else-if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do in budget check?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8795" y="5355630"/>
            <a:ext cx="498472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remaining budget as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(&lt;20%),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(&lt;50%), or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(≥50%) to give the user a meaningful status message.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0756" y="4783237"/>
            <a:ext cx="5359464" cy="1523504"/>
          </a:xfrm>
          <a:prstGeom prst="roundRect">
            <a:avLst>
              <a:gd name="adj" fmla="val 464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8076" y="4970562"/>
            <a:ext cx="4984824" cy="2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Q6: Why use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for menu?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58076" y="5355630"/>
            <a:ext cx="498482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Cleaner and more readable than 9 chained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blocks. Each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maps directly to one menu option.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760"/>
            <a:ext cx="991369" cy="233263"/>
          </a:xfrm>
          <a:prstGeom prst="roundRect">
            <a:avLst>
              <a:gd name="adj" fmla="val 22122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571798"/>
            <a:ext cx="1416808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RUN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08930"/>
            <a:ext cx="10868745" cy="52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How to Run &amp; Test the App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43658"/>
            <a:ext cx="4684794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Setup &amp; Execution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035969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277765"/>
            <a:ext cx="468479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392561"/>
            <a:ext cx="4684794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Save the File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2769295"/>
            <a:ext cx="4684794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MealPlannerApp.java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filename must match the class name exactly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346075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702546"/>
            <a:ext cx="468479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817342"/>
            <a:ext cx="4684794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Compile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1475" y="4194076"/>
            <a:ext cx="4684794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javac MealPlannerApp.java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terminal — generates the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bytecode 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489188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5133677"/>
            <a:ext cx="468479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5248473"/>
            <a:ext cx="4684794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475" y="5625207"/>
            <a:ext cx="4684794" cy="45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 MealPlannerApp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welcome screen appears with team info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27259" y="2135783"/>
            <a:ext cx="5809212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Recommended Demo Sequence</a:t>
            </a:r>
            <a:endParaRPr lang="en-US" sz="15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259" y="2528094"/>
            <a:ext cx="5809212" cy="26141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02380" y="2644521"/>
            <a:ext cx="1016575" cy="16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Start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02380" y="2854160"/>
            <a:ext cx="1016575" cy="22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Enter to begin demo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607784" y="4605108"/>
            <a:ext cx="1022161" cy="16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07784" y="4814747"/>
            <a:ext cx="1022161" cy="22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user profile details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602017" y="2624971"/>
            <a:ext cx="1016575" cy="16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Meal Plan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02017" y="2834610"/>
            <a:ext cx="1016575" cy="22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view meals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07421" y="4605108"/>
            <a:ext cx="1016575" cy="164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Grocery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607421" y="4814747"/>
            <a:ext cx="1016575" cy="22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view grocery list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727259" y="5282505"/>
            <a:ext cx="580921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to highlight: Beautiful UI formatting, 2D array meal display, grocery receipt, budget progress bar, and linear search functionality.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2026-09-21T03:57:03Z</dcterms:created>
  <dcterms:modified xsi:type="dcterms:W3CDTF">2026-09-21T03:57:03Z</dcterms:modified>
</cp:coreProperties>
</file>